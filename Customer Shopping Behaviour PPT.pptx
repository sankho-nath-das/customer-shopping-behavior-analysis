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Libre Baskerville"/>
      <p:regular r:id="rId15"/>
    </p:embeddedFont>
    <p:embeddedFont>
      <p:font typeface="Libre Baskerville"/>
      <p:regular r:id="rId16"/>
    </p:embeddedFon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DM Sans"/>
      <p:regular r:id="rId19"/>
    </p:embeddedFont>
    <p:embeddedFont>
      <p:font typeface="DM San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analyzed • Predictive insights • Strategic recommendations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Objective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99787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Goals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638943" y="3649980"/>
            <a:ext cx="4205168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revenue drivers and growth opportunities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high-value customer profiles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 behavioral patterns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 marketing, pricing, and retention strategies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246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Revenue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1st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392751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Category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41793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leads all product lines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392751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441793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Apparel drives nearly half of total sales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2.3x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927515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Gap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4772263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Outperforms next highest category significantly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116122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Clothing dominates revenue generation with strong, consistent demand. Future growth depends on expanding apparel marketing and inventory investment.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899"/>
            <a:ext cx="58294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Demographics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51265"/>
            <a:ext cx="30510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 Segment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3790" y="3936563"/>
            <a:ext cx="832282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generate the largest revenue share, representing the most valuable customer segment.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583" y="1666756"/>
            <a:ext cx="3421737" cy="45622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6555462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1774" y="6623387"/>
            <a:ext cx="272177" cy="272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7192" y="66177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Primary Segment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347192" y="6988254"/>
            <a:ext cx="367319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Ages 18-35 drive highest transaction volume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201841" y="6555462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825" y="6623387"/>
            <a:ext cx="272177" cy="2721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55243" y="66177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5755243" y="6988254"/>
            <a:ext cx="367319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38% of total sales from this demographic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609892" y="6555462"/>
            <a:ext cx="408265" cy="408265"/>
          </a:xfrm>
          <a:prstGeom prst="roundRect">
            <a:avLst>
              <a:gd name="adj" fmla="val 18668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7876" y="6623387"/>
            <a:ext cx="272177" cy="2721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163294" y="661773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Value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0163294" y="6988254"/>
            <a:ext cx="3673316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responsive to targeted campaigns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469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Spending Behavior Patterns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04624"/>
            <a:ext cx="3664744" cy="1685092"/>
          </a:xfrm>
          <a:prstGeom prst="roundRect">
            <a:avLst>
              <a:gd name="adj" fmla="val 5654"/>
            </a:avLst>
          </a:prstGeom>
          <a:solidFill>
            <a:srgbClr val="B88E23"/>
          </a:solidFill>
          <a:ln w="7620">
            <a:solidFill>
              <a:srgbClr val="9E740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939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42947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higher average order value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704624"/>
            <a:ext cx="3664863" cy="1685092"/>
          </a:xfrm>
          <a:prstGeom prst="roundRect">
            <a:avLst>
              <a:gd name="adj" fmla="val 5654"/>
            </a:avLst>
          </a:prstGeom>
          <a:solidFill>
            <a:srgbClr val="B88E23"/>
          </a:solidFill>
          <a:ln w="7620">
            <a:solidFill>
              <a:srgbClr val="9E740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782" y="2939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342947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 spending patterns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616529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B88E23"/>
          </a:solidFill>
          <a:ln w="7620">
            <a:solidFill>
              <a:srgbClr val="9E740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8509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Free Shipping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34138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12% increase in conversion rate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19386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choosing express shipping spend slightly more, indicating convenience-focused buyers represent higher-value customers willing to pay premiums.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9146"/>
            <a:ext cx="7438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Loyalty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88651"/>
            <a:ext cx="436435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Retention Drives Growth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2588538" y="3828455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62%</a:t>
            </a:r>
            <a:endParaRPr lang="en-US" sz="4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2428" y="2410778"/>
            <a:ext cx="3402330" cy="3402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096595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251633" y="3828455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2.8x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523" y="2410778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609659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LTV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67146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purchases come from loyal customers, meaning retention is the primary driver of sustainable revenue growth. Repeat buyers contribute significantly more over time.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67351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Predictive Implications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Retention Focus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growth depends on keeping loyal customers engaged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203496"/>
            <a:ext cx="6408063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 Priority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86822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Apparel will remain the strongest sales driver across all channels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Youth Market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will continue to be the highest-value segment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Margin Watch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Heavy discount reliance may reduce profit margins over time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01993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355890"/>
            <a:ext cx="1077397" cy="129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62255" y="25712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62255" y="3030617"/>
            <a:ext cx="627435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 in retention initiatives and rewards systems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648789"/>
            <a:ext cx="1077397" cy="129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62255" y="386417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Youth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62255" y="4323517"/>
            <a:ext cx="627435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marketing campaigns on 18-35 demographic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941689"/>
            <a:ext cx="1077397" cy="129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62255" y="515707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 Apparel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62255" y="5616416"/>
            <a:ext cx="627435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Prioritize clothing inventory and promotional offers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234589"/>
            <a:ext cx="1077397" cy="129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62255" y="6449973"/>
            <a:ext cx="275534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Discounts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62255" y="6909316"/>
            <a:ext cx="6274356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promotions with margin protection strategies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2026-03-05T14:47:44Z</dcterms:created>
  <dcterms:modified xsi:type="dcterms:W3CDTF">2026-03-05T14:47:44Z</dcterms:modified>
</cp:coreProperties>
</file>